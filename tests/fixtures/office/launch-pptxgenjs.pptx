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waitlist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Launch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Beta in March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Risks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Hiring is slow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2026-10-08T01:23:27Z</dcterms:created>
  <dcterms:modified xsi:type="dcterms:W3CDTF">2026-10-08T01:23:27Z</dcterms:modified>
</cp:coreProperties>
</file>